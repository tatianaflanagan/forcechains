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50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howGuides="1">
      <p:cViewPr>
        <p:scale>
          <a:sx n="112" d="100"/>
          <a:sy n="112" d="100"/>
        </p:scale>
        <p:origin x="1120" y="3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B2D37-B145-9717-F282-D2452BCF1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A1C39C-66E2-0263-02F4-C6BFC1A8D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C50F2-0ACF-019F-B614-E531F2E7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70AD1-1E61-4E43-AF7C-0F638C941BCB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7135-C72C-4C5C-3545-934567223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6BF5B-B3CB-E22D-700D-5180D6094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3392-95FB-7E4F-9F0D-FF8D68F50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89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2F0F1-37CD-97B2-50B5-69C699ADB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561BD-2DF0-D7F9-0940-90BE5C392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B4794-A01F-25A4-F654-B2AD82A0B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70AD1-1E61-4E43-AF7C-0F638C941BCB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20908-95FF-EA32-A845-72A50BFD3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422D6-9ADE-56CE-0D88-E10DADF25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3392-95FB-7E4F-9F0D-FF8D68F50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656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8A164-837A-ABD5-7305-301BB7CAD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45829-5C9F-A390-C16D-8E00C230E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D7830-1213-9504-A9A2-9B40D5C1A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70AD1-1E61-4E43-AF7C-0F638C941BCB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91AD0-72EF-B158-A1D0-93202756D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EDC40-141A-9C58-B13B-3038689B6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3392-95FB-7E4F-9F0D-FF8D68F50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149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9B63E-D482-4BDC-0341-9E946AA5F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AEF0D-0576-25B4-02D4-4D311DF49C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C5C87F-5C7E-67DD-4A35-9AFF4E5B0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22511-716E-B9C1-72C6-5D72EB58B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70AD1-1E61-4E43-AF7C-0F638C941BCB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0BF91-A6E5-C6C0-7636-EE72C0CD3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1D11D-C531-2F6D-32E1-BC4A001A4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3392-95FB-7E4F-9F0D-FF8D68F50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486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CB32C-B4AC-A12A-15D9-8B8B6FEF0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E6F7A-31DC-70D8-B357-FF2555FD1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F76460-D72B-30BD-219B-D7A357C8D6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4F552A-D101-75C9-F29A-40CD8F0239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5D0D71-A753-6620-054D-C275F8144E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50E140-28C7-3469-4AAF-60B95D04D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70AD1-1E61-4E43-AF7C-0F638C941BCB}" type="datetimeFigureOut">
              <a:rPr lang="en-US" smtClean="0"/>
              <a:t>5/28/26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4E4D2B-76B4-137E-D054-807A4B8DF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470345-2307-9309-7EC7-DCD5A0D8B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3392-95FB-7E4F-9F0D-FF8D68F50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976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406C5-7AA7-E6EB-D710-804B19A25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5BF3CC-08F4-D731-7329-3442ED3F6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70AD1-1E61-4E43-AF7C-0F638C941BCB}" type="datetimeFigureOut">
              <a:rPr lang="en-US" smtClean="0"/>
              <a:t>5/28/26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E44128-CD10-0E0D-AE39-FBD02FA8A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46980C-B5CB-AD53-CFDF-78DD81CD6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3392-95FB-7E4F-9F0D-FF8D68F50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938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4C8876-2658-B554-3A23-8EF87DE5F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70AD1-1E61-4E43-AF7C-0F638C941BCB}" type="datetimeFigureOut">
              <a:rPr lang="en-US" smtClean="0"/>
              <a:t>5/28/26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9433E6-7F5E-5E29-A057-A39D01AF8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D2D29-C269-1454-04BD-38A7454E7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3392-95FB-7E4F-9F0D-FF8D68F50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463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CCB44-3CE8-14FF-9EDA-704B3D7AD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79A4B-E24C-52F5-45E2-6F1068543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4E574A-66B7-45D2-9312-18457F9FA1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6D9308-1349-A922-DBCB-20A55E01F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70AD1-1E61-4E43-AF7C-0F638C941BCB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E82BB-14FF-7B1D-5874-088F29B30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E1306-F024-90FB-6495-6D02DE185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3392-95FB-7E4F-9F0D-FF8D68F50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014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C7A56-559F-8D84-3AAF-4A52CF59F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7538FC-EE4C-5C01-7108-F1B3F627D7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BBC45-D6A8-DB16-A495-65BAEA5B3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8B65FD-2683-340C-DFC2-DDAC7C167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70AD1-1E61-4E43-AF7C-0F638C941BCB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AE02E3-71B6-6FE0-BF1F-CFFACE0AB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769268-2A0E-B643-9E5E-23504DB8C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3392-95FB-7E4F-9F0D-FF8D68F50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39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5CD7A-3631-D0B1-9FEA-38AA5CBE9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28FD21-0678-C98B-C552-C9E9549381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39370-A133-1DB5-EDFE-2CECC0F10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70AD1-1E61-4E43-AF7C-0F638C941BCB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BF734-C368-BE10-A4D8-4EFB3777E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7B743-910D-85BB-2850-05027C079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3392-95FB-7E4F-9F0D-FF8D68F50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705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034092-F5EF-535A-BF26-35C8739817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8B4F47-D080-84E5-0AC0-94DF9EFC4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F3B73-7324-A77D-92AC-DE419B794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70AD1-1E61-4E43-AF7C-0F638C941BCB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4BD25-8584-B02E-B7BF-0624247E0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F0305-B9C4-8BAA-0D63-EB4E4EAF5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3392-95FB-7E4F-9F0D-FF8D68F50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798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8C73E2-1A7C-0FB4-E3A4-949D4BFE9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9417E1-9BFD-30AA-C89D-565368677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EB07B-D5D3-83B7-680D-205DF8D5EE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C70AD1-1E61-4E43-AF7C-0F638C941BCB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7691-41B8-E3FD-DC61-B4114CCB73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DBE2E-E9B2-9B9E-34CB-B4C654B8A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923392-95FB-7E4F-9F0D-FF8D68F50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54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04073E-11F7-FDF4-63ED-B84C64F33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294340"/>
            <a:ext cx="7772400" cy="2072640"/>
          </a:xfrm>
          <a:prstGeom prst="rect">
            <a:avLst/>
          </a:prstGeom>
        </p:spPr>
      </p:pic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32176F1F-B42D-3D5D-19B2-5B9AFB426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642" y="179788"/>
            <a:ext cx="827479" cy="381689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CB8198A-DD0F-B8C1-C836-07364D1670E3}"/>
              </a:ext>
            </a:extLst>
          </p:cNvPr>
          <p:cNvSpPr txBox="1">
            <a:spLocks/>
          </p:cNvSpPr>
          <p:nvPr/>
        </p:nvSpPr>
        <p:spPr bwMode="auto">
          <a:xfrm>
            <a:off x="3199556" y="179788"/>
            <a:ext cx="5506252" cy="618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/>
                <a:ea typeface="ＭＳ Ｐゴシック" charset="-128"/>
                <a:cs typeface="Calibri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rgbClr val="102E54"/>
                </a:solidFill>
                <a:latin typeface="Calibri" charset="0"/>
                <a:ea typeface="ＭＳ Ｐゴシック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itchFamily="-112" charset="0"/>
              </a:defRPr>
            </a:lvl9pPr>
          </a:lstStyle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Effect of Friction on Pile Height and Angle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Picture 18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95D44EEF-0EE3-0549-C727-297F5DB260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2452525"/>
            <a:ext cx="7772400" cy="2072640"/>
          </a:xfrm>
          <a:prstGeom prst="rect">
            <a:avLst/>
          </a:prstGeom>
        </p:spPr>
      </p:pic>
      <p:pic>
        <p:nvPicPr>
          <p:cNvPr id="21" name="Picture 20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1DFC8C65-DB87-52A5-95A1-67F5A08948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618025"/>
            <a:ext cx="7772400" cy="2072640"/>
          </a:xfrm>
          <a:prstGeom prst="rect">
            <a:avLst/>
          </a:prstGeom>
        </p:spPr>
      </p:pic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A920AD32-010A-7509-AD5E-739356552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52950" y="6356352"/>
            <a:ext cx="3086100" cy="365125"/>
          </a:xfrm>
        </p:spPr>
        <p:txBody>
          <a:bodyPr/>
          <a:lstStyle/>
          <a:p>
            <a:r>
              <a:rPr lang="en-US" dirty="0"/>
              <a:t>Tatiana Flanagan &amp; Leo Silbert</a:t>
            </a:r>
          </a:p>
        </p:txBody>
      </p:sp>
    </p:spTree>
    <p:extLst>
      <p:ext uri="{BB962C8B-B14F-4D97-AF65-F5344CB8AC3E}">
        <p14:creationId xmlns:p14="http://schemas.microsoft.com/office/powerpoint/2010/main" val="2076396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Tatiana Flanagan</dc:creator>
  <cp:lastModifiedBy>Tatiana Flanagan</cp:lastModifiedBy>
  <cp:revision>2</cp:revision>
  <dcterms:created xsi:type="dcterms:W3CDTF">2026-05-29T01:00:36Z</dcterms:created>
  <dcterms:modified xsi:type="dcterms:W3CDTF">2026-05-29T01:02:58Z</dcterms:modified>
</cp:coreProperties>
</file>